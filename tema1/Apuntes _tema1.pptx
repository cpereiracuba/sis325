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779" autoAdjust="0"/>
    <p:restoredTop sz="94364" autoAdjust="0"/>
  </p:normalViewPr>
  <p:slideViewPr>
    <p:cSldViewPr snapToGrid="0">
      <p:cViewPr>
        <p:scale>
          <a:sx n="90" d="100"/>
          <a:sy n="90" d="100"/>
        </p:scale>
        <p:origin x="396" y="-65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editar el estilo de subtítulo del patrón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4B91A-C64F-4A31-BE3A-0910FF1F2039}" type="datetimeFigureOut">
              <a:rPr lang="en-US" smtClean="0"/>
              <a:t>9/13/2021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50530-A7A1-40C9-A24C-EAC9C920242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4835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4B91A-C64F-4A31-BE3A-0910FF1F2039}" type="datetimeFigureOut">
              <a:rPr lang="en-US" smtClean="0"/>
              <a:t>9/13/2021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50530-A7A1-40C9-A24C-EAC9C920242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61939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4B91A-C64F-4A31-BE3A-0910FF1F2039}" type="datetimeFigureOut">
              <a:rPr lang="en-US" smtClean="0"/>
              <a:t>9/13/2021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50530-A7A1-40C9-A24C-EAC9C920242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90056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4B91A-C64F-4A31-BE3A-0910FF1F2039}" type="datetimeFigureOut">
              <a:rPr lang="en-US" smtClean="0"/>
              <a:t>9/13/2021</a:t>
            </a:fld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50530-A7A1-40C9-A24C-EAC9C920242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2049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4B91A-C64F-4A31-BE3A-0910FF1F2039}" type="datetimeFigureOut">
              <a:rPr lang="en-US" smtClean="0"/>
              <a:t>9/13/2021</a:t>
            </a:fld>
            <a:endParaRPr lang="en-U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50530-A7A1-40C9-A24C-EAC9C920242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57951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4B91A-C64F-4A31-BE3A-0910FF1F2039}" type="datetimeFigureOut">
              <a:rPr lang="en-US" smtClean="0"/>
              <a:t>9/13/2021</a:t>
            </a:fld>
            <a:endParaRPr lang="en-U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50530-A7A1-40C9-A24C-EAC9C920242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96330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4B91A-C64F-4A31-BE3A-0910FF1F2039}" type="datetimeFigureOut">
              <a:rPr lang="en-US" smtClean="0"/>
              <a:t>9/13/2021</a:t>
            </a:fld>
            <a:endParaRPr lang="en-U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50530-A7A1-40C9-A24C-EAC9C920242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01013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4B91A-C64F-4A31-BE3A-0910FF1F2039}" type="datetimeFigureOut">
              <a:rPr lang="en-US" smtClean="0"/>
              <a:t>9/13/2021</a:t>
            </a:fld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50530-A7A1-40C9-A24C-EAC9C920242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52767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4B91A-C64F-4A31-BE3A-0910FF1F2039}" type="datetimeFigureOut">
              <a:rPr lang="en-US" smtClean="0"/>
              <a:t>9/13/2021</a:t>
            </a:fld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50530-A7A1-40C9-A24C-EAC9C920242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6850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4B91A-C64F-4A31-BE3A-0910FF1F2039}" type="datetimeFigureOut">
              <a:rPr lang="en-US" smtClean="0"/>
              <a:t>9/13/2021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50530-A7A1-40C9-A24C-EAC9C920242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4164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4B91A-C64F-4A31-BE3A-0910FF1F2039}" type="datetimeFigureOut">
              <a:rPr lang="en-US" smtClean="0"/>
              <a:t>9/13/2021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50530-A7A1-40C9-A24C-EAC9C920242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7404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34B91A-C64F-4A31-BE3A-0910FF1F2039}" type="datetimeFigureOut">
              <a:rPr lang="en-US" smtClean="0"/>
              <a:t>9/13/2021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850530-A7A1-40C9-A24C-EAC9C920242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83366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BO" dirty="0" smtClean="0"/>
              <a:t>Apuntes Tema 1(parte 1)</a:t>
            </a:r>
            <a:endParaRPr lang="en-US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BO" dirty="0" smtClean="0"/>
              <a:t>Ing. </a:t>
            </a:r>
            <a:r>
              <a:rPr lang="es-BO" dirty="0" err="1" smtClean="0"/>
              <a:t>Angel</a:t>
            </a:r>
            <a:r>
              <a:rPr lang="es-BO" dirty="0" smtClean="0"/>
              <a:t> </a:t>
            </a:r>
            <a:r>
              <a:rPr lang="es-BO" dirty="0" err="1" smtClean="0"/>
              <a:t>Baspineiro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29409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93412"/>
          </a:xfrm>
        </p:spPr>
        <p:txBody>
          <a:bodyPr/>
          <a:lstStyle/>
          <a:p>
            <a:r>
              <a:rPr lang="es-BO" dirty="0" smtClean="0"/>
              <a:t>Relación Problemas  vs  Objetivos</a:t>
            </a:r>
            <a:endParaRPr lang="en-US" dirty="0"/>
          </a:p>
        </p:txBody>
      </p:sp>
      <p:cxnSp>
        <p:nvCxnSpPr>
          <p:cNvPr id="5" name="Conector recto 4"/>
          <p:cNvCxnSpPr/>
          <p:nvPr/>
        </p:nvCxnSpPr>
        <p:spPr>
          <a:xfrm>
            <a:off x="5891348" y="1277583"/>
            <a:ext cx="1" cy="5266908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Conector recto 5"/>
          <p:cNvCxnSpPr/>
          <p:nvPr/>
        </p:nvCxnSpPr>
        <p:spPr>
          <a:xfrm flipH="1">
            <a:off x="613954" y="3944983"/>
            <a:ext cx="10739846" cy="52251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CuadroTexto 12"/>
          <p:cNvSpPr txBox="1"/>
          <p:nvPr/>
        </p:nvSpPr>
        <p:spPr>
          <a:xfrm>
            <a:off x="1725819" y="1090086"/>
            <a:ext cx="19490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BO" dirty="0" smtClean="0"/>
              <a:t>Problema Principal</a:t>
            </a:r>
          </a:p>
        </p:txBody>
      </p:sp>
      <p:sp>
        <p:nvSpPr>
          <p:cNvPr id="14" name="CuadroTexto 13"/>
          <p:cNvSpPr txBox="1"/>
          <p:nvPr/>
        </p:nvSpPr>
        <p:spPr>
          <a:xfrm>
            <a:off x="7735556" y="1074114"/>
            <a:ext cx="17327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BO" dirty="0" smtClean="0"/>
              <a:t>Objetivo general</a:t>
            </a:r>
            <a:endParaRPr lang="en-US" dirty="0"/>
          </a:p>
        </p:txBody>
      </p:sp>
      <p:sp>
        <p:nvSpPr>
          <p:cNvPr id="16" name="CuadroTexto 15"/>
          <p:cNvSpPr txBox="1"/>
          <p:nvPr/>
        </p:nvSpPr>
        <p:spPr>
          <a:xfrm>
            <a:off x="613954" y="4082142"/>
            <a:ext cx="488814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BO" dirty="0" smtClean="0"/>
              <a:t>Problemas específicos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BO" dirty="0" smtClean="0">
                <a:solidFill>
                  <a:srgbClr val="FF0000"/>
                </a:solidFill>
              </a:rPr>
              <a:t>La falta de tiempo y cruce de horarios del estudiante para asistir a clases de inglés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BO" dirty="0" smtClean="0"/>
              <a:t>La falta de profesores que estén disponibles para la practica de la </a:t>
            </a:r>
            <a:r>
              <a:rPr lang="es-BO" dirty="0" err="1" smtClean="0"/>
              <a:t>pronunciacion</a:t>
            </a:r>
            <a:endParaRPr lang="es-BO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BO" dirty="0" smtClean="0"/>
              <a:t>La falta  de herramientas adecuadas a al ingles técnico orientada a la ingeniería.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BO" dirty="0" smtClean="0"/>
              <a:t>Si bien hay app móviles para Ingles, no existen herramientas adecuadas a </a:t>
            </a:r>
            <a:r>
              <a:rPr lang="es-BO" dirty="0" err="1" smtClean="0"/>
              <a:t>unca</a:t>
            </a:r>
            <a:r>
              <a:rPr lang="es-BO" dirty="0" smtClean="0"/>
              <a:t> </a:t>
            </a:r>
            <a:r>
              <a:rPr lang="es-BO" dirty="0" err="1" smtClean="0"/>
              <a:t>curricula</a:t>
            </a:r>
            <a:r>
              <a:rPr lang="es-BO" dirty="0" smtClean="0"/>
              <a:t> de ingles </a:t>
            </a:r>
            <a:r>
              <a:rPr lang="es-BO" dirty="0" err="1" smtClean="0"/>
              <a:t>tecnico</a:t>
            </a:r>
            <a:endParaRPr lang="es-BO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17" name="CuadroTexto 16"/>
          <p:cNvSpPr txBox="1"/>
          <p:nvPr/>
        </p:nvSpPr>
        <p:spPr>
          <a:xfrm>
            <a:off x="6280603" y="3971108"/>
            <a:ext cx="5298036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BO" dirty="0" err="1" smtClean="0"/>
              <a:t>Obj</a:t>
            </a:r>
            <a:r>
              <a:rPr lang="es-BO" dirty="0" smtClean="0"/>
              <a:t>. </a:t>
            </a:r>
            <a:r>
              <a:rPr lang="es-BO" dirty="0" err="1" smtClean="0"/>
              <a:t>Especificos</a:t>
            </a:r>
            <a:endParaRPr lang="es-BO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BO" dirty="0" smtClean="0">
                <a:solidFill>
                  <a:srgbClr val="00B050"/>
                </a:solidFill>
              </a:rPr>
              <a:t>Una app móvil con acceso en cualquier momento y lugar, a través de internet.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BO" dirty="0" smtClean="0"/>
              <a:t>Una app con la capacidad de poder corregir al estudiante en cuanto a su </a:t>
            </a:r>
            <a:r>
              <a:rPr lang="es-BO" dirty="0" err="1" smtClean="0"/>
              <a:t>pronunciacion</a:t>
            </a:r>
            <a:endParaRPr lang="es-BO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BO" dirty="0" smtClean="0"/>
              <a:t>Utilizar en la app una </a:t>
            </a:r>
            <a:r>
              <a:rPr lang="es-BO" dirty="0" err="1" smtClean="0"/>
              <a:t>curricula</a:t>
            </a:r>
            <a:r>
              <a:rPr lang="es-BO" dirty="0" smtClean="0"/>
              <a:t> orientada a las carreras de ingeniería.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BO" dirty="0" smtClean="0"/>
              <a:t>Basarnos en una </a:t>
            </a:r>
            <a:r>
              <a:rPr lang="es-BO" dirty="0" err="1" smtClean="0"/>
              <a:t>curricula</a:t>
            </a:r>
            <a:r>
              <a:rPr lang="es-BO" dirty="0" smtClean="0"/>
              <a:t> de ingles técnico para ser implementada en la </a:t>
            </a:r>
            <a:r>
              <a:rPr lang="es-BO" dirty="0" err="1" smtClean="0"/>
              <a:t>aplicacion</a:t>
            </a:r>
            <a:r>
              <a:rPr lang="es-BO" dirty="0" smtClean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BO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19" name="CuadroTexto 18"/>
          <p:cNvSpPr txBox="1"/>
          <p:nvPr/>
        </p:nvSpPr>
        <p:spPr>
          <a:xfrm>
            <a:off x="982564" y="1594205"/>
            <a:ext cx="468394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BO" dirty="0" smtClean="0"/>
              <a:t>Los estudiantes de ingeniería </a:t>
            </a:r>
            <a:r>
              <a:rPr lang="es-BO" dirty="0" smtClean="0">
                <a:solidFill>
                  <a:srgbClr val="FF0000"/>
                </a:solidFill>
              </a:rPr>
              <a:t>no cuentan con la suficiente</a:t>
            </a:r>
            <a:br>
              <a:rPr lang="es-BO" dirty="0" smtClean="0">
                <a:solidFill>
                  <a:srgbClr val="FF0000"/>
                </a:solidFill>
              </a:rPr>
            </a:br>
            <a:r>
              <a:rPr lang="es-BO" dirty="0" smtClean="0">
                <a:solidFill>
                  <a:srgbClr val="FF0000"/>
                </a:solidFill>
              </a:rPr>
              <a:t>practica </a:t>
            </a:r>
            <a:r>
              <a:rPr lang="es-BO" dirty="0" smtClean="0"/>
              <a:t>de la pronunciación del inglés técnico</a:t>
            </a:r>
            <a:br>
              <a:rPr lang="es-BO" dirty="0" smtClean="0"/>
            </a:br>
            <a:r>
              <a:rPr lang="es-BO" dirty="0" smtClean="0"/>
              <a:t>ya sea </a:t>
            </a:r>
            <a:r>
              <a:rPr lang="es-BO" dirty="0" smtClean="0">
                <a:solidFill>
                  <a:srgbClr val="FF0000"/>
                </a:solidFill>
              </a:rPr>
              <a:t>por falta de tiempo presencial </a:t>
            </a:r>
            <a:r>
              <a:rPr lang="es-BO" dirty="0" smtClean="0"/>
              <a:t>en clases de inglés</a:t>
            </a:r>
          </a:p>
          <a:p>
            <a:r>
              <a:rPr lang="es-BO" dirty="0" smtClean="0"/>
              <a:t>O </a:t>
            </a:r>
            <a:r>
              <a:rPr lang="es-BO" dirty="0" smtClean="0">
                <a:solidFill>
                  <a:srgbClr val="FF0000"/>
                </a:solidFill>
              </a:rPr>
              <a:t>por falta de profesores </a:t>
            </a:r>
            <a:r>
              <a:rPr lang="es-BO" dirty="0" smtClean="0"/>
              <a:t>con los cuáles puedan practicar</a:t>
            </a:r>
            <a:endParaRPr lang="en-US" dirty="0"/>
          </a:p>
        </p:txBody>
      </p:sp>
      <p:sp>
        <p:nvSpPr>
          <p:cNvPr id="20" name="CuadroTexto 19"/>
          <p:cNvSpPr txBox="1"/>
          <p:nvPr/>
        </p:nvSpPr>
        <p:spPr>
          <a:xfrm>
            <a:off x="6280603" y="1717384"/>
            <a:ext cx="478918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BO" dirty="0" smtClean="0"/>
              <a:t>Que el estudiante de ingeniería </a:t>
            </a:r>
            <a:r>
              <a:rPr lang="es-BO" dirty="0" smtClean="0">
                <a:solidFill>
                  <a:srgbClr val="00B050"/>
                </a:solidFill>
              </a:rPr>
              <a:t>cuente con la suficiente práctica</a:t>
            </a:r>
            <a:r>
              <a:rPr lang="es-BO" dirty="0" smtClean="0"/>
              <a:t/>
            </a:r>
            <a:br>
              <a:rPr lang="es-BO" dirty="0" smtClean="0"/>
            </a:br>
            <a:r>
              <a:rPr lang="es-BO" dirty="0" smtClean="0"/>
              <a:t>de la pronunciación del inglés técnico, a través de una app móvil</a:t>
            </a:r>
            <a:br>
              <a:rPr lang="es-BO" dirty="0" smtClean="0"/>
            </a:br>
            <a:r>
              <a:rPr lang="es-BO" dirty="0" smtClean="0"/>
              <a:t>basada en reconocimiento  de voz</a:t>
            </a:r>
            <a:r>
              <a:rPr lang="es-BO" dirty="0" smtClean="0">
                <a:solidFill>
                  <a:srgbClr val="00B050"/>
                </a:solidFill>
              </a:rPr>
              <a:t>, que pueda ser usada en cualquier momento</a:t>
            </a:r>
          </a:p>
          <a:p>
            <a:r>
              <a:rPr lang="es-BO" dirty="0" smtClean="0"/>
              <a:t>Y </a:t>
            </a:r>
            <a:r>
              <a:rPr lang="es-BO" dirty="0" smtClean="0">
                <a:solidFill>
                  <a:srgbClr val="00B050"/>
                </a:solidFill>
              </a:rPr>
              <a:t>acorde a su necesidad de práctica.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21" name="Flecha derecha 20"/>
          <p:cNvSpPr/>
          <p:nvPr/>
        </p:nvSpPr>
        <p:spPr>
          <a:xfrm>
            <a:off x="5502094" y="5034285"/>
            <a:ext cx="738785" cy="34636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58360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BO" dirty="0" smtClean="0"/>
              <a:t>“Buen proyecto”?</a:t>
            </a:r>
            <a:endParaRPr lang="en-U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BO" dirty="0" smtClean="0"/>
              <a:t>Factible  ?? </a:t>
            </a:r>
            <a:r>
              <a:rPr lang="es-BO" dirty="0" smtClean="0">
                <a:sym typeface="Wingdings" panose="05000000000000000000" pitchFamily="2" charset="2"/>
              </a:rPr>
              <a:t> Realizable económicamente (costo –efectivos), </a:t>
            </a:r>
            <a:r>
              <a:rPr lang="es-BO" dirty="0" smtClean="0">
                <a:solidFill>
                  <a:srgbClr val="FF0000"/>
                </a:solidFill>
                <a:sym typeface="Wingdings" panose="05000000000000000000" pitchFamily="2" charset="2"/>
              </a:rPr>
              <a:t>técnicamente</a:t>
            </a:r>
            <a:r>
              <a:rPr lang="es-BO" dirty="0" smtClean="0">
                <a:sym typeface="Wingdings" panose="05000000000000000000" pitchFamily="2" charset="2"/>
              </a:rPr>
              <a:t>, operativamente (es útil?, hay interesados?).</a:t>
            </a:r>
          </a:p>
          <a:p>
            <a:r>
              <a:rPr lang="es-BO" dirty="0" smtClean="0">
                <a:sym typeface="Wingdings" panose="05000000000000000000" pitchFamily="2" charset="2"/>
              </a:rPr>
              <a:t>Actual ??   Basado en practicas y herramientas actuales, en una tendencia actual, en una realidad presente.</a:t>
            </a:r>
          </a:p>
          <a:p>
            <a:r>
              <a:rPr lang="es-BO" dirty="0" smtClean="0">
                <a:solidFill>
                  <a:srgbClr val="00B050"/>
                </a:solidFill>
                <a:sym typeface="Wingdings" panose="05000000000000000000" pitchFamily="2" charset="2"/>
              </a:rPr>
              <a:t>Novedad??  Tengo elementos desconocidos, poco conocidos, poco utilizados, nuevas tendencias, nuevos conceptos, no fueron usados en nuestro medio.</a:t>
            </a:r>
          </a:p>
          <a:p>
            <a:r>
              <a:rPr lang="es-BO" dirty="0" smtClean="0"/>
              <a:t>Pertinente?? </a:t>
            </a:r>
            <a:r>
              <a:rPr lang="es-BO" dirty="0" smtClean="0">
                <a:sym typeface="Wingdings" panose="05000000000000000000" pitchFamily="2" charset="2"/>
              </a:rPr>
              <a:t> Responde a una necesidad real, es de interés publico o de grupo, impacto social, ayuda a mejorar y proyectar a una empresa a objetivos nuevos.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667797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2941</TotalTime>
  <Words>262</Words>
  <Application>Microsoft Office PowerPoint</Application>
  <PresentationFormat>Panorámica</PresentationFormat>
  <Paragraphs>24</Paragraphs>
  <Slides>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Wingdings</vt:lpstr>
      <vt:lpstr>Tema de Office</vt:lpstr>
      <vt:lpstr>Apuntes Tema 1(parte 1)</vt:lpstr>
      <vt:lpstr>Relación Problemas  vs  Objetivos</vt:lpstr>
      <vt:lpstr>“Buen proyecto”?</vt:lpstr>
    </vt:vector>
  </TitlesOfParts>
  <Company>InKulpado666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Proyecto</dc:title>
  <dc:creator>Usuario de Windows</dc:creator>
  <cp:lastModifiedBy>Usuario de Windows</cp:lastModifiedBy>
  <cp:revision>10</cp:revision>
  <dcterms:created xsi:type="dcterms:W3CDTF">2021-04-12T13:09:59Z</dcterms:created>
  <dcterms:modified xsi:type="dcterms:W3CDTF">2021-09-15T13:09:41Z</dcterms:modified>
</cp:coreProperties>
</file>